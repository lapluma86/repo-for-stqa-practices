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4eb1b35c24e69" /><Relationship Type="http://schemas.openxmlformats.org/officeDocument/2006/relationships/extended-properties" Target="/docProps/app.xml" Id="R5f6de9d5e4244501" /><Relationship Type="http://schemas.openxmlformats.org/officeDocument/2006/relationships/officeDocument" Target="/ppt/presentation.xml" Id="R5874106da74949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ef710c87c74393"/>
  </p:sldMasterIdLst>
  <p:notesMasterIdLst>
    <p:notesMasterId xmlns:r="http://schemas.openxmlformats.org/officeDocument/2006/relationships" r:id="Rff9d1a5213f1465c"/>
  </p:notesMasterIdLst>
  <p:sldIdLst>
    <p:sldId xmlns:r="http://schemas.openxmlformats.org/officeDocument/2006/relationships" id="256" r:id="R8e465d12aff742a9"/>
    <p:sldId xmlns:r="http://schemas.openxmlformats.org/officeDocument/2006/relationships" id="257" r:id="R86ca91c6280b46ba"/>
    <p:sldId xmlns:r="http://schemas.openxmlformats.org/officeDocument/2006/relationships" id="258" r:id="R6d4665c3438d449d"/>
    <p:sldId xmlns:r="http://schemas.openxmlformats.org/officeDocument/2006/relationships" id="259" r:id="Rbd1127ab118c41bd"/>
    <p:sldId xmlns:r="http://schemas.openxmlformats.org/officeDocument/2006/relationships" id="260" r:id="Rbd80fdf86d134c28"/>
    <p:sldId xmlns:r="http://schemas.openxmlformats.org/officeDocument/2006/relationships" id="261" r:id="R1cf1bf2e56264bb3"/>
    <p:sldId xmlns:r="http://schemas.openxmlformats.org/officeDocument/2006/relationships" id="262" r:id="Ree072664e19547c6"/>
    <p:sldId xmlns:r="http://schemas.openxmlformats.org/officeDocument/2006/relationships" id="263" r:id="R1eff6767198e4a6e"/>
    <p:sldId xmlns:r="http://schemas.openxmlformats.org/officeDocument/2006/relationships" id="264" r:id="R732ef46286bb46e5"/>
    <p:sldId xmlns:r="http://schemas.openxmlformats.org/officeDocument/2006/relationships" id="265" r:id="Rb0dc18f4a2604d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ca549ab3b45f1" /><Relationship Type="http://schemas.openxmlformats.org/officeDocument/2006/relationships/slideMaster" Target="/ppt/slideMasters/slideMaster1.xml" Id="R6aef710c87c74393" /><Relationship Type="http://schemas.openxmlformats.org/officeDocument/2006/relationships/notesMaster" Target="/ppt/notesMasters/notesMaster1.xml" Id="Rff9d1a5213f1465c" /><Relationship Type="http://schemas.openxmlformats.org/officeDocument/2006/relationships/presProps" Target="/ppt/presProps.xml" Id="R006c11963f3849e5" /><Relationship Type="http://schemas.openxmlformats.org/officeDocument/2006/relationships/tableStyles" Target="/ppt/tableStyles.xml" Id="R6fec032e76294701" /><Relationship Type="http://schemas.openxmlformats.org/officeDocument/2006/relationships/slide" Target="/ppt/slides/slide1.xml" Id="R8e465d12aff742a9" /><Relationship Type="http://schemas.openxmlformats.org/officeDocument/2006/relationships/slide" Target="/ppt/slides/slide2.xml" Id="R86ca91c6280b46ba" /><Relationship Type="http://schemas.openxmlformats.org/officeDocument/2006/relationships/slide" Target="/ppt/slides/slide3.xml" Id="R6d4665c3438d449d" /><Relationship Type="http://schemas.openxmlformats.org/officeDocument/2006/relationships/slide" Target="/ppt/slides/slide4.xml" Id="Rbd1127ab118c41bd" /><Relationship Type="http://schemas.openxmlformats.org/officeDocument/2006/relationships/slide" Target="/ppt/slides/slide5.xml" Id="Rbd80fdf86d134c28" /><Relationship Type="http://schemas.openxmlformats.org/officeDocument/2006/relationships/slide" Target="/ppt/slides/slide6.xml" Id="R1cf1bf2e56264bb3" /><Relationship Type="http://schemas.openxmlformats.org/officeDocument/2006/relationships/slide" Target="/ppt/slides/slide7.xml" Id="Ree072664e19547c6" /><Relationship Type="http://schemas.openxmlformats.org/officeDocument/2006/relationships/slide" Target="/ppt/slides/slide8.xml" Id="R1eff6767198e4a6e" /><Relationship Type="http://schemas.openxmlformats.org/officeDocument/2006/relationships/slide" Target="/ppt/slides/slide9.xml" Id="R732ef46286bb46e5" /><Relationship Type="http://schemas.openxmlformats.org/officeDocument/2006/relationships/slide" Target="/ppt/slides/slide10.xml" Id="Rb0dc18f4a260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faa3045715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7d12afbf34e09" /><Relationship Type="http://schemas.openxmlformats.org/officeDocument/2006/relationships/notesMaster" Target="/ppt/notesMasters/notesMaster1.xml" Id="R01f39d0c1be1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1133a253345e6" /><Relationship Type="http://schemas.openxmlformats.org/officeDocument/2006/relationships/notesMaster" Target="/ppt/notesMasters/notesMaster1.xml" Id="R28fac9050409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290b266ac4693" /><Relationship Type="http://schemas.openxmlformats.org/officeDocument/2006/relationships/notesMaster" Target="/ppt/notesMasters/notesMaster1.xml" Id="R99c49c12def14b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17e6fb7dca4f03" /><Relationship Type="http://schemas.openxmlformats.org/officeDocument/2006/relationships/notesMaster" Target="/ppt/notesMasters/notesMaster1.xml" Id="R733259d4b07f42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2e63a93c04fc4" /><Relationship Type="http://schemas.openxmlformats.org/officeDocument/2006/relationships/notesMaster" Target="/ppt/notesMasters/notesMaster1.xml" Id="R55896a2983944e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704e4ec424169" /><Relationship Type="http://schemas.openxmlformats.org/officeDocument/2006/relationships/notesMaster" Target="/ppt/notesMasters/notesMaster1.xml" Id="Re8417f1467bc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c0972c1b804f32" /><Relationship Type="http://schemas.openxmlformats.org/officeDocument/2006/relationships/notesMaster" Target="/ppt/notesMasters/notesMaster1.xml" Id="Ra7a58f26426840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3bd66fb4174f93" /><Relationship Type="http://schemas.openxmlformats.org/officeDocument/2006/relationships/notesMaster" Target="/ppt/notesMasters/notesMaster1.xml" Id="Re18d526179264b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2f407682844327" /><Relationship Type="http://schemas.openxmlformats.org/officeDocument/2006/relationships/notesMaster" Target="/ppt/notesMasters/notesMaster1.xml" Id="R75b56503f3064e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f5a9743a3a4f59" /><Relationship Type="http://schemas.openxmlformats.org/officeDocument/2006/relationships/notesMaster" Target="/ppt/notesMasters/notesMaster1.xml" Id="Rede24be5e20c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依据：deliverables/module1/evidence/module1.log、case-index.json、Git记录。建议讲解约40秒。代码比例仅为HEAD现存Python行归属，不代表总工作量。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依据：deliverables/module1/evidence/module1.log、case-index.json、Git记录。建议讲解约40秒。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8672faaaf44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ee415b554499e" /><Relationship Type="http://schemas.openxmlformats.org/officeDocument/2006/relationships/slideLayout" Target="/ppt/slideLayouts/slideLayout1.xml" Id="R0005d2577c69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5d2577c69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eb8b32df146b6" /><Relationship Type="http://schemas.openxmlformats.org/officeDocument/2006/relationships/notesSlide" Target="/ppt/notesSlides/notesSlide1.xml" Id="R4c0ac18ced31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6fc41b4f64b39" /><Relationship Type="http://schemas.openxmlformats.org/officeDocument/2006/relationships/notesSlide" Target="/ppt/notesSlides/notesSlide2.xml" Id="R1149031fad6941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32b7aa9ad48e0" /><Relationship Type="http://schemas.openxmlformats.org/officeDocument/2006/relationships/notesSlide" Target="/ppt/notesSlides/notesSlide3.xml" Id="R2e9b937ca827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3b1b4f2a54544" /><Relationship Type="http://schemas.openxmlformats.org/officeDocument/2006/relationships/notesSlide" Target="/ppt/notesSlides/notesSlide4.xml" Id="Reb721849863e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74bcf03c4f7f" /><Relationship Type="http://schemas.openxmlformats.org/officeDocument/2006/relationships/notesSlide" Target="/ppt/notesSlides/notesSlide5.xml" Id="Rba87ddff0fd644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b23de998c49ba" /><Relationship Type="http://schemas.openxmlformats.org/officeDocument/2006/relationships/notesSlide" Target="/ppt/notesSlides/notesSlide6.xml" Id="R4445299bbe86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2bc91c1b4b5f" /><Relationship Type="http://schemas.openxmlformats.org/officeDocument/2006/relationships/notesSlide" Target="/ppt/notesSlides/notesSlide7.xml" Id="R83d36b69045c45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a39381a2a40cf" /><Relationship Type="http://schemas.openxmlformats.org/officeDocument/2006/relationships/notesSlide" Target="/ppt/notesSlides/notesSlide8.xml" Id="R6ff0d41b5d5042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d3333209f4997" /><Relationship Type="http://schemas.openxmlformats.org/officeDocument/2006/relationships/notesSlide" Target="/ppt/notesSlides/notesSlide9.xml" Id="R18f755e85fd749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7e077fca46fc" /><Relationship Type="http://schemas.openxmlformats.org/officeDocument/2006/relationships/notesSlide" Target="/ppt/notesSlides/notesSlide10.xml" Id="Rd589ca11612f4b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A233B-AD77-456C-A808-BAF6A1CD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钢轨缺陷检测模块测试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0CB83-B915-4261-9051-0C011E9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软件测试与质量保证 模块一</a:t>
            </a:r>
          </a:p>
          <a:p xmlns:a="http://schemas.openxmlformats.org/drawingml/2006/main">
            <a:pPr>
              <a:def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成员A  成员B  成员C</a:t>
            </a:r>
          </a:p>
          <a:p xmlns:a="http://schemas.openxmlformats.org/drawingml/2006/main">
            <a:pPr>
              <a:def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2026年9月15日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C2AC4-03D6-4C63-9FB3-E350D11E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9C503-B2D2-4C0E-9D56-F2796F0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4189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3503C-FC8A-4FA9-944A-09FCFC5B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被测对象与边界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35173-AB6E-4F51-BF94-09C83C8A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RGB与深度双模态数据进入特征重建检测流程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本次选择数据加载、蒸馏损失、工程指标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使用合成图像验证代码行为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完整模型精度和真实数据训练不在本次范围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33F5B-062B-4024-BFA5-3CE73BA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F778-60ED-44E0-B696-D3657BAE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7634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3C056-E3AD-4E5B-84C2-CB763DC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测试策略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48C2-B8B5-48E1-AFA2-E8E154B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参数有效域采用等价类和边界值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采样隔离、错误恢复与空间对齐采用场景法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损失与指标使用白盒分析及确定数值断言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每个执行节点关联输入、预期和实际结果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5E35D-C0E2-44F0-BC72-364C7FD6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052DE-6D3E-4245-97F3-9546E08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591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E96C8-1A7E-431C-896B-B06B5DD9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自动化工程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0248F-51EF-45E8-8EFD-3BB751F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根目录pytest入口限定模块一收集范围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临时双模态数据和固定种子保证可复现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用例强制验证非空数据，避免空执行通过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DataLoader与小型模型验证最小集成流程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1220E-CD0D-483D-A32E-3CF40A1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50B80-2963-4055-91B0-5CB52521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3405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B7481-3DCE-4466-9E9E-B3D51958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模块一独立执行结果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F449-8E5E-4463-8126-ACC6013D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199项收集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188项通过  0项失败  11项CUDA跳过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CPU执行项通过率100%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历史CUDA记录同样为跳过，后续补测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66BF7-92BB-467B-9E2B-7707E254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C9258-7071-4BDD-8DB2-A80078CA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0529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34606-37CC-46A6-8600-6BEDA70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指定模块覆盖率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5EE15-CFA8-47F3-84AD-F637D44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语句与分支综合统计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数据集75.09%  工程指标89.66%  损失函数96.15%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三个指定模块合计79.43%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覆盖率不等同于完整系统质量证明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CCD1-B6FB-4EB1-B4B1-0659955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911E4-6A97-47DD-8166-68993926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5178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6DE64-78A4-44D4-A22E-8A486CB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典型缺陷  短时延计时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663FE-2D34-4EE3-A4C0-D6B9CF73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触发条件：小模型与很短的测量循环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原实现使用墙钟，可能返回0毫秒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改为高分辨率单调时钟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可控时钟前进2毫秒，4次运行预期0.5毫秒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E0C72-8853-4BC9-BC49-10811E94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CF6CB-7B97-4504-9C83-A18E7BF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6547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6FB41-BB22-4758-A41C-41FF9B46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缺陷闭环与测试改进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9C533-4E21-4685-BBB6-C9DEAAF6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深度文件读取失败时，先检查None再转换类型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测量次数0、负数、浮点与布尔值统一拒绝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7个回归执行项修复前失败，修复后通过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历史仅增加注释的记录不计入有效缺陷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AD1B5-DE56-4C44-ADCC-B5B707A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7734-C1BE-4C87-B4A4-6DCE8216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5314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956CA-354C-4AF0-A990-567C41D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Git记录与成员代号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9E87-D675-46E3-8C19-0DFA9FF0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A对应EdwinNull，B对应sundowner，C暂无提交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现存已提交Python行归属：A 100%  B 0%  C 0%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B有清理及合并工作，行归属不代表总工作量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未提交的AI辅助改动不纳入个人贡献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3F79-D905-4944-920E-DE320D1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88883-654A-44C5-96E5-BC5FE58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2001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9E6A2-E03D-41AB-8171-78367E7E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交付与后续安排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48EC-0419-4B39-8DB1-4F923105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477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交付Excel用例、Word缺陷清单及测试报告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保留模块一日志、覆盖率和源码指纹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CUDA由小组后续补充</a:t>
            </a:r>
          </a:p>
          <a:p xmlns:a="http://schemas.openxmlformats.org/drawingml/2006/main">
            <a:pPr>
              <a:def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3943"/>
                </a:solidFill>
                <a:latin typeface="Microsoft YaHei"/>
                <a:ea typeface="Microsoft YaHei"/>
                <a:cs typeface="Microsoft YaHei"/>
              </a:rPr>
              <a:t>录制视频与现场演练形式待讨论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9D6BD-17F3-4E33-956C-5EA83C7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SteelRailWay  模块一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32F07-742A-49A1-ABDB-58313A4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1101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2026-09-14T16:56:40.8210000Z</dcterms:created>
  <dcterms:modified xsi:type="dcterms:W3CDTF">2026-09-14T16:56:40.8210000Z</dcterms:modified>
</coreProperties>
</file>