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通过</c:v>
                </c:pt>
              </c:strCache>
            </c:strRef>
          </c:tx>
          <c:spPr>
            <a:solidFill>
              <a:srgbClr val="3570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原有 16 项</c:v>
                  </c:pt>
                  <c:pt idx="1">
                    <c:v>补回 35 项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失败</c:v>
                </c:pt>
              </c:strCache>
            </c:strRef>
          </c:tx>
          <c:spPr>
            <a:solidFill>
              <a:srgbClr val="A63D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原有 16 项</c:v>
                  </c:pt>
                  <c:pt idx="1">
                    <c:v>补回 35 项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14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6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149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BFA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  ·  模块二成果汇报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钢轨表面缺陷检测系统的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融合实践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2　用 Hypothesis 辅助测试数据加载与损失计算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尚泽远　　王壹鸣　　李家成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华中科技大学软件学院　　2026 年 9 月 25 日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汇报框架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280160"/>
            <a:ext cx="5532120" cy="14630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27632" y="1463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被测对象与方案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沿用冻结源码，用 AI 辅助测试加载与损失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2926080"/>
            <a:ext cx="5532120" cy="14630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90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27632" y="3108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Hypothesis 做了什么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生成参数和数值例子，预期仍由公式和接口核对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" y="4572000"/>
            <a:ext cx="5532120" cy="14630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365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27632" y="4754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项与人工修正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28523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从精简前的程序补回 35 项，用例仍按 pytest 节点计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5352" y="1280160"/>
            <a:ext cx="5532120" cy="14630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34072" y="1463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19933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项里 40 项通过，11 项失败，15.79 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45352" y="2926080"/>
            <a:ext cx="5532120" cy="14630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090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34072" y="3108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两处新缺陷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切块 z-score 随读取方式变化；空列表损失不是张量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45352" y="4572000"/>
            <a:ext cx="5532120" cy="14630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7365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34072" y="4754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反思与边界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46520" y="528523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是辅助者。冻结基线保持可复现，当前未关闭缺陷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被测对象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为什么仍测这套加载代码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280160"/>
            <a:ext cx="11247120" cy="1444752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813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系统在做什么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0" y="1536192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多相机同时采集钢轨彩色图和深度图。教师网络提取特征，学生网络学习重建，差异大的位置判为缺陷。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" y="2880360"/>
            <a:ext cx="11247120" cy="1444752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815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模块二测哪里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3136392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datasets/rail_dataset.py 的构造与深度归一化，以及 utils/losses.py 在空列表上的返回值。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" y="4480560"/>
            <a:ext cx="11247120" cy="1444752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6817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为什么是方案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4736592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仓库不带真实数据和训练权重。能稳定复现的是进模型之前的接口，适合用工具扩大输入，再由人核对预期。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Hypothesis 负责生成，人负责预期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325880"/>
            <a:ext cx="3611880" cy="44805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325880"/>
            <a:ext cx="3611880" cy="109728"/>
          </a:xfrm>
          <a:prstGeom prst="rect">
            <a:avLst/>
          </a:prstGeom>
          <a:solidFill>
            <a:srgbClr val="31495C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645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参数空间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" y="242316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 −10 到 20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划分、边长、采样比例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切块步长、归一化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预加载与采样模式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79392" y="1325880"/>
            <a:ext cx="3611880" cy="44805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325880"/>
            <a:ext cx="3611880" cy="109728"/>
          </a:xfrm>
          <a:prstGeom prst="rect">
            <a:avLst/>
          </a:prstGeom>
          <a:solidFill>
            <a:srgbClr val="31495C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645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数值性质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07992" y="242316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常量归一化为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等于 log1p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顺序不影响 z-score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预加载等于懒加载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19872" y="1325880"/>
            <a:ext cx="3611880" cy="44805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119872" y="1325880"/>
            <a:ext cx="3611880" cy="109728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1645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人核对的三件事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48472" y="242316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磁盘操作取消 200 毫秒时限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个节点不等于几百个例子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构造期报错时机按源码核对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用例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项全部自动化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58521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371600"/>
            <a:ext cx="5212080" cy="137160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16276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863840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从原程序补回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采样、配对、余弦和误报率，34 项通过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46520" y="2926080"/>
            <a:ext cx="5212080" cy="137160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31821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863840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新增失败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63840" y="3566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负的预热次数仍不报错，与 n_run 同类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46520" y="4480560"/>
            <a:ext cx="5212080" cy="137160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47365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863840" y="4681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节点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6384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 16 项保留，新失败并入 n_run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·  人工修正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策略留下了，断言经过核对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325880"/>
            <a:ext cx="3310128" cy="841248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721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原始倾向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22192" y="1325880"/>
            <a:ext cx="3767328" cy="841248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8" name="Text 6"/>
          <p:cNvSpPr/>
          <p:nvPr/>
        </p:nvSpPr>
        <p:spPr>
          <a:xfrm>
            <a:off x="3950208" y="1472184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人工处理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62672" y="1325880"/>
            <a:ext cx="3858768" cy="841248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0" name="Text 8"/>
          <p:cNvSpPr/>
          <p:nvPr/>
        </p:nvSpPr>
        <p:spPr>
          <a:xfrm>
            <a:off x="7790688" y="1472184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2258568"/>
            <a:ext cx="331012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04872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200 毫秒即失败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22192" y="2258568"/>
            <a:ext cx="376732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4" name="Text 12"/>
          <p:cNvSpPr/>
          <p:nvPr/>
        </p:nvSpPr>
        <p:spPr>
          <a:xfrm>
            <a:off x="3950208" y="2404872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deadline 设为 None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62672" y="2258568"/>
            <a:ext cx="385876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6" name="Text 14"/>
          <p:cNvSpPr/>
          <p:nvPr/>
        </p:nvSpPr>
        <p:spPr>
          <a:xfrm>
            <a:off x="7790688" y="240487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建目录的耗时不是功能错误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" y="3191256"/>
            <a:ext cx="331012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3375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每个随机例子算一条用例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22192" y="3191256"/>
            <a:ext cx="376732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0" name="Text 18"/>
          <p:cNvSpPr/>
          <p:nvPr/>
        </p:nvSpPr>
        <p:spPr>
          <a:xfrm>
            <a:off x="3950208" y="3337560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pytest 节点计，现为 51 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62672" y="3191256"/>
            <a:ext cx="385876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2" name="Text 20"/>
          <p:cNvSpPr/>
          <p:nvPr/>
        </p:nvSpPr>
        <p:spPr>
          <a:xfrm>
            <a:off x="7790688" y="3337560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课程要求的是用例清单，不是抽样次数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" y="4123944"/>
            <a:ext cx="331012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27024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非法输入一律构造时报错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22192" y="4123944"/>
            <a:ext cx="376732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6" name="Text 24"/>
          <p:cNvSpPr/>
          <p:nvPr/>
        </p:nvSpPr>
        <p:spPr>
          <a:xfrm>
            <a:off x="3950208" y="4270248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补回用例按真实读取结果核对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62672" y="4123944"/>
            <a:ext cx="385876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28" name="Text 26"/>
          <p:cNvSpPr/>
          <p:nvPr/>
        </p:nvSpPr>
        <p:spPr>
          <a:xfrm>
            <a:off x="7790688" y="4270248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depth_norm 要到读图才检查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" y="5056632"/>
            <a:ext cx="331012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520293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个失败即 11 个缺陷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22192" y="5056632"/>
            <a:ext cx="376732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32" name="Text 30"/>
          <p:cNvSpPr/>
          <p:nvPr/>
        </p:nvSpPr>
        <p:spPr>
          <a:xfrm>
            <a:off x="3950208" y="5202936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只登记 2 个缺陷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62672" y="5056632"/>
            <a:ext cx="3858768" cy="841248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34" name="Text 32"/>
          <p:cNvSpPr/>
          <p:nvPr/>
        </p:nvSpPr>
        <p:spPr>
          <a:xfrm>
            <a:off x="7790688" y="5202936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其余并入参数校验和 n_run 缺口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·  执行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2026-09-25　51 项跑完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280160"/>
            <a:ext cx="2724912" cy="16916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389888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38912" y="233172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19272" y="1280160"/>
            <a:ext cx="2724912" cy="16916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9" name="Text 7"/>
          <p:cNvSpPr/>
          <p:nvPr/>
        </p:nvSpPr>
        <p:spPr>
          <a:xfrm>
            <a:off x="3319272" y="1389888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57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19272" y="233172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9632" y="1280160"/>
            <a:ext cx="2724912" cy="16916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1389888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63D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99632" y="233172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79992" y="1280160"/>
            <a:ext cx="2724912" cy="16916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5" name="Text 13"/>
          <p:cNvSpPr/>
          <p:nvPr/>
        </p:nvSpPr>
        <p:spPr>
          <a:xfrm>
            <a:off x="9079992" y="1389888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15.79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79992" y="233172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3246120"/>
          <a:ext cx="11247120" cy="2103120"/>
        </p:xfrm>
        <a:graphic>
          <a:graphicData uri="http://schemas.openxmlformats.org/drawingml/2006/table">
            <a:tbl>
              <a:tblPr/>
              <a:tblGrid>
                <a:gridCol w="2834640"/>
                <a:gridCol w="4846320"/>
                <a:gridCol w="356616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通过的代表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失败归并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原有 16 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常量零、log1p、minmax 保序、三通道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仍是 10 项失败，两处缺陷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补回 35 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采样、整帧 z-score、余弦、误报率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1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仅负预热次数失败，不新编缺陷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38912" y="5989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跳过，0 执行错误，退出码 1。补回用例来自精简前的 199 项程序，CUDA 未恢复。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/ 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·  DEF-20260925-01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同一张深度图，读法不同，z-score 不同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280160"/>
            <a:ext cx="6858000" cy="48920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6355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先读上块再读下块，与先读下块再读上块，192 个元素全部不同，最大绝对差 3.488。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用手算的全帧均值去比，64 个元素全部不同，最大绝对差 1.666。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预加载按整幅图统计，懒加载按先遇到的切块统计，两套数对不上。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539496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通过的常量、log 和三通道用例没有走到这条切块缓存。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0" y="1280160"/>
            <a:ext cx="4206240" cy="4892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0" name="Text 8"/>
          <p:cNvSpPr/>
          <p:nvPr/>
        </p:nvSpPr>
        <p:spPr>
          <a:xfrm>
            <a:off x="77266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26680" y="19659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先切 patch，再对当前块里大于 0 的像素算均值和标准差，并按文件路径缓存。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第一个被读到的块决定后面所有块。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2668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修复方向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26680" y="4663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切块之前先算整幅图的统计量。历史提交 1796cab 写过，随后退回冻结基线。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/ 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·  其余失败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一个类型问题，加一组旧的参数问题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280160"/>
            <a:ext cx="5623560" cy="489204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DEF-20260925-02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空列表返回的是浮点 0.0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51460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四个蒸馏函数的累加器初值是 Python 浮点。列表为空时循环不走，返回值无法 backward。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非空输入仍会在循环里加上张量，所以模块一的损失数值用例继续通过。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修复是空列表直接返回零张量。当前主树未改。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440680" cy="4892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M2-S10 至 S15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不新编缺陷号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 0 被接受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非法采样模式被存下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 0 先报目录不存在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M2-S51：负预热次数，李家成发现，并入 n_run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/ 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·  反思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在这次实践里是辅助者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3611880" cy="47091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371600"/>
            <a:ext cx="109728" cy="4709160"/>
          </a:xfrm>
          <a:prstGeom prst="rect">
            <a:avLst/>
          </a:prstGeom>
          <a:solidFill>
            <a:srgbClr val="35705B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645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它钉住了什么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6384" y="28803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交换读取顺序后，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z-score 会改变。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预加载和懒加载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得到两套数。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log1p 与常量零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可以手算核对。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9392" y="1371600"/>
            <a:ext cx="3611880" cy="47091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371600"/>
            <a:ext cx="109728" cy="4709160"/>
          </a:xfrm>
          <a:prstGeom prst="rect">
            <a:avLst/>
          </a:prstGeom>
          <a:solidFill>
            <a:srgbClr val="A63D2F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645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它写偏了什么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6864" y="28803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构造期的 ValueError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被写成了已有规则。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一个缓存根因被拆成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多条失败。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随机例子也被当成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用例条数。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19872" y="1371600"/>
            <a:ext cx="3611880" cy="470916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119872" y="1371600"/>
            <a:ext cx="109728" cy="470916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15" name="Text 13"/>
          <p:cNvSpPr/>
          <p:nvPr/>
        </p:nvSpPr>
        <p:spPr>
          <a:xfrm>
            <a:off x="8467344" y="1645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人留下了什么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67344" y="28803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时限已放宽。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预期改成了公式。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新缺陷只登记两项。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冻结指纹保持不动。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·  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" y="5120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能复现的结论，和到此为止的边界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项全部执行：40 通过，11 失败，0 跳过。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新缺陷 2 项：切块 z-score，空列表损失。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5661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项参数失败，加 1 项负预热，都并入旧缺口。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4663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每条结论都能指到 M2 编号和本次日志。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60920" y="1325880"/>
            <a:ext cx="4343400" cy="475488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F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适用边界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2057400"/>
            <a:ext cx="3840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本次复核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2.14 CPU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 16 项仍是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通过，10 失败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补回的 35 项里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通过，1 失败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冻结源码仍可复现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修复步骤见附录2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6313B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6583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软件测试与质量保证实践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0" y="6583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5F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请各位老师同学批评指正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尚泽远 30%　　王壹鸣 35%　　李家成 35%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华中科技大学软件学院　　2026-09-25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钢轨表面缺陷检测系统的 AI 融合实践</dc:title>
  <dc:subject>软件测试与质量保证实践 · 模块二</dc:subject>
  <dc:creator>尚泽远、王壹鸣、李家成</dc:creator>
  <cp:lastModifiedBy>尚泽远、王壹鸣、李家成</cp:lastModifiedBy>
  <cp:revision>1</cp:revision>
  <dcterms:created xsi:type="dcterms:W3CDTF">2026-09-25T13:36:45Z</dcterms:created>
  <dcterms:modified xsi:type="dcterms:W3CDTF">2026-09-25T13:36:45Z</dcterms:modified>
</cp:coreProperties>
</file>